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 Booking Cancellation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&amp; SQL Based Business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booking cancellation behavior across hotels</a:t>
            </a:r>
          </a:p>
          <a:p>
            <a:pPr lvl="1"/>
            <a:r>
              <a:t>Identify high-risk customer segments</a:t>
            </a:r>
          </a:p>
          <a:p>
            <a:pPr lvl="1"/>
            <a:r>
              <a:t>Analyze impact of lead time on cancellations</a:t>
            </a:r>
          </a:p>
          <a:p>
            <a:pPr lvl="1"/>
            <a:r>
              <a:t>Support decision-making for revenue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Bookings: 119,390</a:t>
            </a:r>
          </a:p>
          <a:p>
            <a:pPr lvl="1"/>
            <a:r>
              <a:t>Total Cancellations: 44,224</a:t>
            </a:r>
          </a:p>
          <a:p>
            <a:pPr lvl="1"/>
            <a:r>
              <a:t>Overall Cancellation Rate: 37%</a:t>
            </a:r>
          </a:p>
          <a:p>
            <a:pPr lvl="1"/>
            <a:r>
              <a:t>Period Covered: 2014 – 2017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Hotel Type Cancellation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City Hotels have higher cancellation rate (41.7%)</a:t>
            </a:r>
          </a:p>
          <a:p>
            <a:pPr lvl="1"/>
            <a:r>
              <a:t>Resort Hotels show relatively lower cancellations</a:t>
            </a:r>
          </a:p>
          <a:p>
            <a:pPr lvl="1"/>
            <a:r>
              <a:t>Urban bookings show higher uncertainty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Segment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Travel Agents contribute highest cancellations</a:t>
            </a:r>
          </a:p>
          <a:p>
            <a:pPr lvl="1"/>
            <a:r>
              <a:t>Group bookings show highest cancellation rate (61.1%)</a:t>
            </a:r>
          </a:p>
          <a:p>
            <a:pPr lvl="1"/>
            <a:r>
              <a:t>Corporate and Direct bookings are more stable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Type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 customers drive majority of cancellations</a:t>
            </a:r>
          </a:p>
          <a:p>
            <a:pPr lvl="1"/>
            <a:r>
              <a:t>Repeated customers have significantly lower risk</a:t>
            </a:r>
          </a:p>
          <a:p>
            <a:pPr lvl="1"/>
            <a:r>
              <a:t>Loyalty programs can reduce cancellations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Lead Time on Cancellations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Bookings made above 60 days have highest cancellation (48.4%)</a:t>
            </a:r>
          </a:p>
          <a:p>
            <a:pPr lvl="1"/>
            <a:r>
              <a:t>Short lead-time bookings are more reliable</a:t>
            </a:r>
          </a:p>
          <a:p>
            <a:pPr lvl="1"/>
            <a:r>
              <a:t>Advance booking policies need stricter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Month-wise Cancellation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cancellations observed in January (57%)</a:t>
            </a:r>
          </a:p>
          <a:p>
            <a:pPr lvl="1"/>
            <a:r>
              <a:t>Seasonality impacts booking behavior</a:t>
            </a:r>
          </a:p>
          <a:p>
            <a:pPr lvl="1"/>
            <a:r>
              <a:t>Mid-year months show relatively stable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lead time + Online TA bookings are major risk drivers</a:t>
            </a:r>
          </a:p>
          <a:p>
            <a:pPr lvl="1"/>
            <a:r>
              <a:t>City hotels face higher cancellation pressure</a:t>
            </a:r>
          </a:p>
          <a:p>
            <a:pPr lvl="1"/>
            <a:r>
              <a:t>Unique customers need stricter cancellation policies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 non-refundable plans for long lead-time bookings</a:t>
            </a:r>
          </a:p>
          <a:p>
            <a:pPr lvl="1"/>
            <a:r>
              <a:t>Encourage direct and corporate bookings</a:t>
            </a:r>
          </a:p>
          <a:p>
            <a:pPr lvl="1"/>
            <a:r>
              <a:t>Offer incentives to convert unique customers into repeat customers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